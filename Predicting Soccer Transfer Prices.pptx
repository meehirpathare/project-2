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2" r:id="rId5"/>
    <p:sldId id="259" r:id="rId6"/>
    <p:sldId id="260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922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176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208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40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495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814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503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248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455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095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199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23756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0230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846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0237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370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541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5B84825-D442-4355-AC7B-2B3A9BDF5F59}" type="datetimeFigureOut">
              <a:rPr lang="en-US" smtClean="0"/>
              <a:t>10/12/2020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9C81D0-87BA-4552-94AE-8FB19F76DE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9828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D7582-E50E-4049-AC99-71D02289F8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Predicting Soccer Transfer Prices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53ACEF-DA49-45F3-921D-0BC0390CA0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Meehir </a:t>
            </a:r>
            <a:r>
              <a:rPr lang="en-US" dirty="0" err="1"/>
              <a:t>Pathare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974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a año después del “se queda” de Piqué sobre Neymar">
            <a:extLst>
              <a:ext uri="{FF2B5EF4-FFF2-40B4-BE49-F238E27FC236}">
                <a16:creationId xmlns:a16="http://schemas.microsoft.com/office/drawing/2014/main" id="{ED2765A0-9211-4DD1-8C8B-3B3239916DD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7884" y="584200"/>
            <a:ext cx="9596231" cy="5424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6265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746DD-4D84-4D33-AFC9-108093238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Acquisition</a:t>
            </a:r>
          </a:p>
        </p:txBody>
      </p:sp>
      <p:pic>
        <p:nvPicPr>
          <p:cNvPr id="2050" name="Picture 2" descr="How to scrape websites in 5 minutes with Scrapy? | Theodo">
            <a:extLst>
              <a:ext uri="{FF2B5EF4-FFF2-40B4-BE49-F238E27FC236}">
                <a16:creationId xmlns:a16="http://schemas.microsoft.com/office/drawing/2014/main" id="{80A32692-C710-44DA-828A-6DAC6CFFF00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264" y="988592"/>
            <a:ext cx="7048500" cy="2828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Fußball-Transfers, Gerüchte, Marktwerte und News | Transfermarkt">
            <a:extLst>
              <a:ext uri="{FF2B5EF4-FFF2-40B4-BE49-F238E27FC236}">
                <a16:creationId xmlns:a16="http://schemas.microsoft.com/office/drawing/2014/main" id="{3990C605-1A86-4583-8A9D-40F0CED9D2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8802" y="3959225"/>
            <a:ext cx="4523312" cy="1814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Selenium | Drupal.org">
            <a:extLst>
              <a:ext uri="{FF2B5EF4-FFF2-40B4-BE49-F238E27FC236}">
                <a16:creationId xmlns:a16="http://schemas.microsoft.com/office/drawing/2014/main" id="{7E6C9179-1F31-48E5-94E7-7B779B29B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0093" y="510108"/>
            <a:ext cx="2273300" cy="2057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Kaggle - Wikipedia">
            <a:extLst>
              <a:ext uri="{FF2B5EF4-FFF2-40B4-BE49-F238E27FC236}">
                <a16:creationId xmlns:a16="http://schemas.microsoft.com/office/drawing/2014/main" id="{7FE7A283-4F77-4978-930D-6FE8C00F5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222" y="3959225"/>
            <a:ext cx="4330940" cy="1672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Beautiful Soup 4 | Funthon">
            <a:extLst>
              <a:ext uri="{FF2B5EF4-FFF2-40B4-BE49-F238E27FC236}">
                <a16:creationId xmlns:a16="http://schemas.microsoft.com/office/drawing/2014/main" id="{C61213B7-18CF-4120-B2A1-28C4F506C4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2322" y="2077025"/>
            <a:ext cx="5379678" cy="231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617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DC658-3CDA-45A7-979B-9A483C210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Acquisition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ACCEECC-8DA6-40C4-ACC8-E19E9C5EF6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4772" y="2162076"/>
            <a:ext cx="8407400" cy="39212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84985E6-A7FC-479E-A4D3-0CAFD502426C}"/>
              </a:ext>
            </a:extLst>
          </p:cNvPr>
          <p:cNvSpPr/>
          <p:nvPr/>
        </p:nvSpPr>
        <p:spPr>
          <a:xfrm>
            <a:off x="1549400" y="2260600"/>
            <a:ext cx="1943100" cy="635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0D584A-ECE3-4A2C-84C3-D17303387693}"/>
              </a:ext>
            </a:extLst>
          </p:cNvPr>
          <p:cNvSpPr/>
          <p:nvPr/>
        </p:nvSpPr>
        <p:spPr>
          <a:xfrm>
            <a:off x="3810000" y="2349500"/>
            <a:ext cx="469900" cy="431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B9791C-2859-465B-A7B2-094B540BB098}"/>
              </a:ext>
            </a:extLst>
          </p:cNvPr>
          <p:cNvSpPr/>
          <p:nvPr/>
        </p:nvSpPr>
        <p:spPr>
          <a:xfrm>
            <a:off x="4838700" y="2260600"/>
            <a:ext cx="939800" cy="5207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0D10D8-3336-478F-B5A5-93125B082B2B}"/>
              </a:ext>
            </a:extLst>
          </p:cNvPr>
          <p:cNvSpPr/>
          <p:nvPr/>
        </p:nvSpPr>
        <p:spPr>
          <a:xfrm>
            <a:off x="6642100" y="2260600"/>
            <a:ext cx="1676400" cy="635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FB12-4123-4F68-B25B-0F7D1C4175F0}"/>
              </a:ext>
            </a:extLst>
          </p:cNvPr>
          <p:cNvSpPr/>
          <p:nvPr/>
        </p:nvSpPr>
        <p:spPr>
          <a:xfrm>
            <a:off x="8661400" y="2349500"/>
            <a:ext cx="698500" cy="431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How to scrape websites in 5 minutes with Scrapy? | Theodo">
            <a:extLst>
              <a:ext uri="{FF2B5EF4-FFF2-40B4-BE49-F238E27FC236}">
                <a16:creationId xmlns:a16="http://schemas.microsoft.com/office/drawing/2014/main" id="{C79162BE-2AE9-45D0-A65D-438664CCD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8472" y="119482"/>
            <a:ext cx="4351464" cy="174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1987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B7C12-A234-44B7-AD64-E664D200C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5D85152-125E-46A7-A812-E837718E23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8319" y="1357948"/>
            <a:ext cx="11017570" cy="4780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884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634D5-7186-4E16-9766-AD7B6A86D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F6E6B92-4969-447C-A941-9A101C23F7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9375" y="1537626"/>
            <a:ext cx="10513249" cy="4867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907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7116A-3323-4F24-9159-6649960A0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8FF62-C7AC-4BEC-9B65-B438E5339D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256" y="1853248"/>
            <a:ext cx="10123488" cy="42462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Target Variable: Transfer Fee in GBP</a:t>
            </a:r>
          </a:p>
          <a:p>
            <a:pPr marL="0" indent="0">
              <a:buNone/>
            </a:pPr>
            <a:endParaRPr lang="en-US" sz="3600" dirty="0"/>
          </a:p>
          <a:p>
            <a:r>
              <a:rPr lang="en-US" sz="3600" dirty="0"/>
              <a:t>No free transfers</a:t>
            </a:r>
          </a:p>
          <a:p>
            <a:r>
              <a:rPr lang="en-US" sz="3600" dirty="0"/>
              <a:t>Match time with Kaggle &amp; </a:t>
            </a:r>
            <a:r>
              <a:rPr lang="en-US" sz="3600" dirty="0" err="1"/>
              <a:t>Transfermarkt</a:t>
            </a:r>
            <a:endParaRPr lang="en-US" sz="3600" dirty="0"/>
          </a:p>
          <a:p>
            <a:r>
              <a:rPr lang="en-US" sz="3600" dirty="0"/>
              <a:t>Consolidate Categories</a:t>
            </a:r>
          </a:p>
          <a:p>
            <a:endParaRPr lang="en-US" sz="3600" dirty="0"/>
          </a:p>
          <a:p>
            <a:endParaRPr lang="en-US" sz="3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040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3735C-9566-4E9B-BB9F-07E0240A4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113C4-2CE8-4348-8B4B-9EA9BD12E7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356183"/>
            <a:ext cx="8199694" cy="3050717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~ 10, 000 Transfers</a:t>
            </a:r>
          </a:p>
          <a:p>
            <a:r>
              <a:rPr lang="en-US" sz="3600" dirty="0"/>
              <a:t> 52 features</a:t>
            </a:r>
          </a:p>
          <a:p>
            <a:pPr lvl="1"/>
            <a:r>
              <a:rPr lang="en-US" sz="3400" dirty="0"/>
              <a:t> demographics</a:t>
            </a:r>
          </a:p>
          <a:p>
            <a:pPr lvl="1"/>
            <a:r>
              <a:rPr lang="en-US" sz="3400" dirty="0"/>
              <a:t> </a:t>
            </a:r>
            <a:r>
              <a:rPr lang="en-US" sz="3400" dirty="0" err="1"/>
              <a:t>FiFA</a:t>
            </a:r>
            <a:r>
              <a:rPr lang="en-US" sz="3400" dirty="0"/>
              <a:t> stats</a:t>
            </a:r>
          </a:p>
          <a:p>
            <a:r>
              <a:rPr lang="en-US" sz="3600" dirty="0"/>
              <a:t> Individual and Team Features</a:t>
            </a:r>
          </a:p>
          <a:p>
            <a:endParaRPr lang="en-US" sz="3600" dirty="0"/>
          </a:p>
          <a:p>
            <a:endParaRPr lang="en-US" sz="3600" dirty="0"/>
          </a:p>
          <a:p>
            <a:endParaRPr lang="en-US" sz="3600" dirty="0"/>
          </a:p>
          <a:p>
            <a:endParaRPr lang="en-US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81FDF9-40E9-465C-9981-EB8BD0DFC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137" y="4660961"/>
            <a:ext cx="10437406" cy="1298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36282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62</TotalTime>
  <Words>51</Words>
  <Application>Microsoft Office PowerPoint</Application>
  <PresentationFormat>Widescreen</PresentationFormat>
  <Paragraphs>21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Century Gothic</vt:lpstr>
      <vt:lpstr>Wingdings 3</vt:lpstr>
      <vt:lpstr>Ion</vt:lpstr>
      <vt:lpstr>Predicting Soccer Transfer Prices</vt:lpstr>
      <vt:lpstr>PowerPoint Presentation</vt:lpstr>
      <vt:lpstr>Data Acquisition</vt:lpstr>
      <vt:lpstr>Data Acquisition</vt:lpstr>
      <vt:lpstr>EDA</vt:lpstr>
      <vt:lpstr>EDA</vt:lpstr>
      <vt:lpstr>Preprocessing</vt:lpstr>
      <vt:lpstr>Modelling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Soccer Transfer Prices</dc:title>
  <dc:creator>Meehir</dc:creator>
  <cp:lastModifiedBy>Meehir</cp:lastModifiedBy>
  <cp:revision>8</cp:revision>
  <dcterms:created xsi:type="dcterms:W3CDTF">2020-10-09T13:34:43Z</dcterms:created>
  <dcterms:modified xsi:type="dcterms:W3CDTF">2020-10-13T00:03:12Z</dcterms:modified>
</cp:coreProperties>
</file>