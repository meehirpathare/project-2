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2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7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208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4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9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1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03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4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55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9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19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3756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230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846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23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37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4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5B84825-D442-4355-AC7B-2B3A9BDF5F59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C81D0-87BA-4552-94AE-8FB19F76D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982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D7582-E50E-4049-AC99-71D02289F8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Soccer Transfer Prices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3ACEF-DA49-45F3-921D-0BC0390CA0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Meehir </a:t>
            </a:r>
            <a:r>
              <a:rPr lang="en-US" dirty="0" err="1"/>
              <a:t>Pathare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974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a año después del “se queda” de Piqué sobre Neymar">
            <a:extLst>
              <a:ext uri="{FF2B5EF4-FFF2-40B4-BE49-F238E27FC236}">
                <a16:creationId xmlns:a16="http://schemas.microsoft.com/office/drawing/2014/main" id="{ED2765A0-9211-4DD1-8C8B-3B3239916D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7884" y="584200"/>
            <a:ext cx="9596231" cy="54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265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46DD-4D84-4D33-AFC9-10809323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</a:t>
            </a:r>
          </a:p>
        </p:txBody>
      </p:sp>
      <p:pic>
        <p:nvPicPr>
          <p:cNvPr id="2050" name="Picture 2" descr="How to scrape websites in 5 minutes with Scrapy? | Theodo">
            <a:extLst>
              <a:ext uri="{FF2B5EF4-FFF2-40B4-BE49-F238E27FC236}">
                <a16:creationId xmlns:a16="http://schemas.microsoft.com/office/drawing/2014/main" id="{80A32692-C710-44DA-828A-6DAC6CFFF0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64" y="988592"/>
            <a:ext cx="70485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ußball-Transfers, Gerüchte, Marktwerte und News | Transfermarkt">
            <a:extLst>
              <a:ext uri="{FF2B5EF4-FFF2-40B4-BE49-F238E27FC236}">
                <a16:creationId xmlns:a16="http://schemas.microsoft.com/office/drawing/2014/main" id="{3990C605-1A86-4583-8A9D-40F0CED9D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802" y="3959225"/>
            <a:ext cx="4523312" cy="181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elenium | Drupal.org">
            <a:extLst>
              <a:ext uri="{FF2B5EF4-FFF2-40B4-BE49-F238E27FC236}">
                <a16:creationId xmlns:a16="http://schemas.microsoft.com/office/drawing/2014/main" id="{7E6C9179-1F31-48E5-94E7-7B779B29B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093" y="510108"/>
            <a:ext cx="2273300" cy="205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Kaggle - Wikipedia">
            <a:extLst>
              <a:ext uri="{FF2B5EF4-FFF2-40B4-BE49-F238E27FC236}">
                <a16:creationId xmlns:a16="http://schemas.microsoft.com/office/drawing/2014/main" id="{7FE7A283-4F77-4978-930D-6FE8C00F5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22" y="3959225"/>
            <a:ext cx="4330940" cy="167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Beautiful Soup 4 | Funthon">
            <a:extLst>
              <a:ext uri="{FF2B5EF4-FFF2-40B4-BE49-F238E27FC236}">
                <a16:creationId xmlns:a16="http://schemas.microsoft.com/office/drawing/2014/main" id="{C61213B7-18CF-4120-B2A1-28C4F506C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22" y="2077025"/>
            <a:ext cx="5379678" cy="2312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161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C658-3CDA-45A7-979B-9A483C21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CCEECC-8DA6-40C4-ACC8-E19E9C5EF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4772" y="2162076"/>
            <a:ext cx="8407400" cy="392122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84985E6-A7FC-479E-A4D3-0CAFD502426C}"/>
              </a:ext>
            </a:extLst>
          </p:cNvPr>
          <p:cNvSpPr/>
          <p:nvPr/>
        </p:nvSpPr>
        <p:spPr>
          <a:xfrm>
            <a:off x="1549400" y="2260600"/>
            <a:ext cx="1943100" cy="63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0D584A-ECE3-4A2C-84C3-D17303387693}"/>
              </a:ext>
            </a:extLst>
          </p:cNvPr>
          <p:cNvSpPr/>
          <p:nvPr/>
        </p:nvSpPr>
        <p:spPr>
          <a:xfrm>
            <a:off x="3810000" y="2349500"/>
            <a:ext cx="469900" cy="431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B9791C-2859-465B-A7B2-094B540BB098}"/>
              </a:ext>
            </a:extLst>
          </p:cNvPr>
          <p:cNvSpPr/>
          <p:nvPr/>
        </p:nvSpPr>
        <p:spPr>
          <a:xfrm>
            <a:off x="4838700" y="2260600"/>
            <a:ext cx="939800" cy="5207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0D10D8-3336-478F-B5A5-93125B082B2B}"/>
              </a:ext>
            </a:extLst>
          </p:cNvPr>
          <p:cNvSpPr/>
          <p:nvPr/>
        </p:nvSpPr>
        <p:spPr>
          <a:xfrm>
            <a:off x="6642100" y="2260600"/>
            <a:ext cx="1676400" cy="63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1DFB12-4123-4F68-B25B-0F7D1C4175F0}"/>
              </a:ext>
            </a:extLst>
          </p:cNvPr>
          <p:cNvSpPr/>
          <p:nvPr/>
        </p:nvSpPr>
        <p:spPr>
          <a:xfrm>
            <a:off x="8661400" y="2349500"/>
            <a:ext cx="698500" cy="431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How to scrape websites in 5 minutes with Scrapy? | Theodo">
            <a:extLst>
              <a:ext uri="{FF2B5EF4-FFF2-40B4-BE49-F238E27FC236}">
                <a16:creationId xmlns:a16="http://schemas.microsoft.com/office/drawing/2014/main" id="{C79162BE-2AE9-45D0-A65D-438664CCD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472" y="119482"/>
            <a:ext cx="4351464" cy="174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98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7C12-A234-44B7-AD64-E664D200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D85152-125E-46A7-A812-E837718E2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319" y="1357948"/>
            <a:ext cx="11017570" cy="478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8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34D5-7186-4E16-9766-AD7B6A86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6E6B92-4969-447C-A941-9A101C23F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9375" y="1537626"/>
            <a:ext cx="10513249" cy="486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07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7116A-3323-4F24-9159-6649960A0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FF62-C7AC-4BEC-9B65-B438E5339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256" y="1853248"/>
            <a:ext cx="10123488" cy="42462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Target Variable: Transfer Fee in GBP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No free transfers</a:t>
            </a:r>
          </a:p>
          <a:p>
            <a:r>
              <a:rPr lang="en-US" sz="3600" dirty="0"/>
              <a:t>Match time with Kaggle &amp; </a:t>
            </a:r>
            <a:r>
              <a:rPr lang="en-US" sz="3600" dirty="0" err="1"/>
              <a:t>Transfermarkt</a:t>
            </a:r>
            <a:endParaRPr lang="en-US" sz="3600" dirty="0"/>
          </a:p>
          <a:p>
            <a:r>
              <a:rPr lang="en-US" sz="3600" dirty="0"/>
              <a:t>Consolidate Categories</a:t>
            </a:r>
          </a:p>
          <a:p>
            <a:endParaRPr lang="en-US" sz="3600" dirty="0"/>
          </a:p>
          <a:p>
            <a:endParaRPr lang="en-US" sz="3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4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3735C-9566-4E9B-BB9F-07E0240A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113C4-2CE8-4348-8B4B-9EA9BD12E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56183"/>
            <a:ext cx="8199694" cy="3050717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~ 10, 000 Transfers</a:t>
            </a:r>
          </a:p>
          <a:p>
            <a:r>
              <a:rPr lang="en-US" sz="3600" dirty="0"/>
              <a:t> 52 features</a:t>
            </a:r>
          </a:p>
          <a:p>
            <a:pPr lvl="1"/>
            <a:r>
              <a:rPr lang="en-US" sz="3400" dirty="0"/>
              <a:t> demographics</a:t>
            </a:r>
          </a:p>
          <a:p>
            <a:pPr lvl="1"/>
            <a:r>
              <a:rPr lang="en-US" sz="3400" dirty="0"/>
              <a:t> </a:t>
            </a:r>
            <a:r>
              <a:rPr lang="en-US" sz="3400" dirty="0" err="1"/>
              <a:t>FiFA</a:t>
            </a:r>
            <a:r>
              <a:rPr lang="en-US" sz="3400" dirty="0"/>
              <a:t> stats</a:t>
            </a:r>
          </a:p>
          <a:p>
            <a:r>
              <a:rPr lang="en-US" sz="3600" dirty="0"/>
              <a:t> Individual and Team Features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A5F7D2D-3007-4403-B64A-DB632629C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4702870"/>
            <a:ext cx="8745610" cy="159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62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</TotalTime>
  <Words>51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Predicting Soccer Transfer Prices</vt:lpstr>
      <vt:lpstr>PowerPoint Presentation</vt:lpstr>
      <vt:lpstr>Data Acquisition</vt:lpstr>
      <vt:lpstr>Data Acquisition</vt:lpstr>
      <vt:lpstr>EDA</vt:lpstr>
      <vt:lpstr>EDA</vt:lpstr>
      <vt:lpstr>Preprocessing</vt:lpstr>
      <vt:lpstr>Modelling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Soccer Transfer Prices</dc:title>
  <dc:creator>Meehir</dc:creator>
  <cp:lastModifiedBy>Meehir</cp:lastModifiedBy>
  <cp:revision>7</cp:revision>
  <dcterms:created xsi:type="dcterms:W3CDTF">2020-10-09T13:34:43Z</dcterms:created>
  <dcterms:modified xsi:type="dcterms:W3CDTF">2020-10-09T14:03:06Z</dcterms:modified>
</cp:coreProperties>
</file>